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 para el simulador de marcha LIBRA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axial  ·  Distancia  ·  Ángulo — comparativa de sensores para instrumentar el simulador de marcha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148840" y="4297680"/>
            <a:ext cx="274320" cy="274320"/>
          </a:xfrm>
          <a:prstGeom prst="ellipse">
            <a:avLst/>
          </a:prstGeom>
          <a:solidFill>
            <a:srgbClr val="D1495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axial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4983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pylon–plataforma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429768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4983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traslación horiz. / vert.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12680" y="4297680"/>
            <a:ext cx="274320" cy="274320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11" name="Text 9"/>
          <p:cNvSpPr/>
          <p:nvPr/>
        </p:nvSpPr>
        <p:spPr>
          <a:xfrm>
            <a:off x="882396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23960" y="4983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(flexo-extensión)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LIBRA — DPB4 Proyecto de Investigación · Pontificia Universidad Católica del Perú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66960" y="6263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08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sensado: un sensor por grado de libertad</a:t>
            </a:r>
            <a:endParaRPr lang="en-US" sz="2600" dirty="0"/>
          </a:p>
        </p:txBody>
      </p:sp>
      <p:pic>
        <p:nvPicPr>
          <p:cNvPr id="5" name="Image 0" descr="amti_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208" y="1325880"/>
            <a:ext cx="7955280" cy="44748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983605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GRF (AMTI BP400600) ya está resuelta. Esta comparativa cubre los tres sensores aún abiertos: celda de carga (pylon), láser ToF (traslación) y encoder/potenciómetro (rotación).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FUERZA AXIAL — INTERFAZ PYLON–PLATAFORMA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Familias de celdas de carga y requerimiento del proyecto</a:t>
            </a:r>
            <a:endParaRPr lang="en-US" sz="2500" dirty="0"/>
          </a:p>
        </p:txBody>
      </p:sp>
      <p:pic>
        <p:nvPicPr>
          <p:cNvPr id="5" name="Image 0" descr="fuerza_famil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06440" cy="2957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17320"/>
            <a:ext cx="5074920" cy="2957942"/>
          </a:xfrm>
          <a:prstGeom prst="roundRect">
            <a:avLst>
              <a:gd name="adj" fmla="val 2473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93992" y="160020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(ISO 10328, nivel P5)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93992" y="2039112"/>
            <a:ext cx="4562856" cy="213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prueba 2240 N · fuerza última 4480 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Ubicación: interfaz pylon–plataforma (no socket, no suelo)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eje — upgrade path a 3–6 ejes si se necesita momento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mV/V cruda, compatible con el ADS1256 ya elegido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 actual TAL107F-10 kg (~98 N) queda muy por debajo del rango requerido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31294"/>
          <a:ext cx="11064240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3097987"/>
                <a:gridCol w="2434133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Opción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Rango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Salida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Costo aprox.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Celda propia (ref. [16] escalada)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2500–5000 N (a medida)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mV/V + INA818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US$ 30–60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S-type / donut genérico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200–1000 kg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mV/V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US$ 20–150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Donut Transducer Techniques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222–8896 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mV/V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US$ 590–630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FUTEK LCM300 (roscada en línea)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102–4448 N (500/1000 lb)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mV/V · 0.25% no lin.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US$ 190–700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 · FUERZA AXIAL — INTERFAZ PYLON–PLATAFORMA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medición y recomendación</a:t>
            </a:r>
            <a:endParaRPr lang="en-US" sz="2700" dirty="0"/>
          </a:p>
        </p:txBody>
      </p:sp>
      <p:pic>
        <p:nvPicPr>
          <p:cNvPr id="5" name="Image 0" descr="fuerza_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685"/>
            <a:ext cx="6309360" cy="42146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508760"/>
            <a:ext cx="4526280" cy="4160520"/>
          </a:xfrm>
          <a:prstGeom prst="roundRect">
            <a:avLst>
              <a:gd name="adj" fmla="val 1758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42632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42632" y="21488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celda propia escalada (ref. [16], ~2500–5000 N). Mismo método ya validado en el repo: FEM en Fusion 360 + galgas CEA + INA818. ~US$30–60, ajustable al patrón de pernos existente.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fabrica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FUTEK LCM300 en 500 lb o 1000 lb: coincide casi exacto con 2240 N / 4480 N de P5. Salida mV/V lista para el ADS1256. ~US$400–700 nuevo (~US$190 de segunda mano).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por ahora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TAL107F-10kg. Insuficiente para el ensayo normativo completo; dejarla solo como referencia de principio de sensado.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DISTANCIA — TRASLACIÓN HORIZONTAL Y VERTICAL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Familias de sensores de distancia y requerimiento del proyecto</a:t>
            </a:r>
            <a:endParaRPr lang="en-US" sz="2500" dirty="0"/>
          </a:p>
        </p:txBody>
      </p:sp>
      <p:pic>
        <p:nvPicPr>
          <p:cNvPr id="5" name="Image 0" descr="distancia_famil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06440" cy="2957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17320"/>
            <a:ext cx="5074920" cy="2957942"/>
          </a:xfrm>
          <a:prstGeom prst="roundRect">
            <a:avLst>
              <a:gd name="adj" fmla="val 2473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93992" y="160020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(2 DOF de traslación)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93992" y="2039112"/>
            <a:ext cx="4562856" cy="213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Traslación horizontal (riel + cadena) y vertical (husillo)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ultrasónico (resolución ~cm, haz cónico)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magnetómetro simple (mide orientación, no distancia)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por el asesor: sensor láser de distancia (ToF)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objetivo 50–100 Hz — suficiente para ensayo cuasi-estático/cíclico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31294"/>
          <a:ext cx="11064240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3097987"/>
                <a:gridCol w="2434133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Opción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Rango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Frecuencia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Costo aprox.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VL53L1X (ToF breakout, I2C)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30 mm – 4 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50 Hz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TF-Luna (mini LiDAR, UART/I2C)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0.2 – 8 m (±6 cm)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100 Hz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Baumer OM70 (láser industrial)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hasta 1.7 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alta (industrial)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consultar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DISTANCIA — TRASLACIÓN HORIZONTAL Y VERTICAL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medición y recomendación</a:t>
            </a:r>
            <a:endParaRPr lang="en-US" sz="2700" dirty="0"/>
          </a:p>
        </p:txBody>
      </p:sp>
      <p:pic>
        <p:nvPicPr>
          <p:cNvPr id="5" name="Image 0" descr="distancia_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5732"/>
            <a:ext cx="6309360" cy="35465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508760"/>
            <a:ext cx="4526280" cy="4160520"/>
          </a:xfrm>
          <a:prstGeom prst="roundRect">
            <a:avLst>
              <a:gd name="adj" fmla="val 1758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42632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42632" y="21488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TF-Luna. Rango 0.2–8 m cubre con margen la carrera de la plataforma, 100 Hz de muestreo, interfaz UART/I2C directa al ESP32, ~US$25. Arquitectura de bajo costo similar ya usada en [39].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VL53L1X si la carrera es corta (&lt;4 m) y se prioriza resolución milimétrica sobre alcance.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ÁNGULO — ROTACIÓN (FLEXO-EXTENSIÓN)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Familias de sensores de ángulo y requerimiento del proyecto</a:t>
            </a:r>
            <a:endParaRPr lang="en-US" sz="2500" dirty="0"/>
          </a:p>
        </p:txBody>
      </p:sp>
      <p:pic>
        <p:nvPicPr>
          <p:cNvPr id="5" name="Image 0" descr="angulo_famil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06440" cy="2957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17320"/>
            <a:ext cx="5074920" cy="2957942"/>
          </a:xfrm>
          <a:prstGeom prst="roundRect">
            <a:avLst>
              <a:gd name="adj" fmla="val 2473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93992" y="160020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(DOF de flexo-extensión)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93992" y="2039112"/>
            <a:ext cx="4562856" cy="213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montado en el propio eje del pivote de flexo-extensión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ángulo primario, con mayor precisión que el IMU solo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IMU (ya elegido) queda como validación cruzada — no medición primaria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salida digital (I2C/SPI) sobre analógica, para no sumar canales al ADC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31294"/>
          <a:ext cx="11064240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3097987"/>
                <a:gridCol w="2434133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Opción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Interfaz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Costo aprox.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AS5600 (encoder magnético)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12 bit (0.088°)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I2C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US$ 3–8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Omron E6B2-CWZ6C (óptico)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hasta 2000 ppr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salida digital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US$ 25–45 · ~US$670 (industrial)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3440"/>
                          </a:solidFill>
                        </a:rPr>
                        <a:t>Potenciómetro multivuelta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continua (según ADC)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analógica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3440"/>
                          </a:solidFill>
                        </a:rPr>
                        <a:t>US$ 40–50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ÁNGULO — ROTACIÓN (FLEXO-EXTENSIÓN)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medición y recomendación</a:t>
            </a:r>
            <a:endParaRPr lang="en-US" sz="2700" dirty="0"/>
          </a:p>
        </p:txBody>
      </p:sp>
      <p:pic>
        <p:nvPicPr>
          <p:cNvPr id="5" name="Image 0" descr="angulo_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0134"/>
            <a:ext cx="6309360" cy="37377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508760"/>
            <a:ext cx="4526280" cy="4160520"/>
          </a:xfrm>
          <a:prstGeom prst="roundRect">
            <a:avLst>
              <a:gd name="adj" fmla="val 1758"/>
            </a:avLst>
          </a:prstGeom>
          <a:solidFill>
            <a:srgbClr val="F4F7F9"/>
          </a:solidFill>
          <a:ln w="12700">
            <a:solidFill>
              <a:srgbClr val="D8DF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42632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42632" y="21488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AS5600. Sin contacto (sin desgaste mecánico bajo ensayos cíclicos), resolución 0.088°, I2C directo, muy bajo costo — mejor ajuste al presupuesto y a la arquitectura I2C/SPI ya definida.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—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Encoder óptico incremental (E6B2-CWZ6C) si se requiere mayor robustez industrial o redundancia mecánica con el eje.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un sensor por grado de libertad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25603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433"/>
                          </a:solidFill>
                        </a:rPr>
                        <a:t>DOF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433"/>
                          </a:solidFill>
                        </a:rPr>
                        <a:t>Sensor recomendado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433"/>
                          </a:solidFill>
                        </a:rPr>
                        <a:t>Rango / resolución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433"/>
                          </a:solidFill>
                        </a:rPr>
                        <a:t>Costo aprox.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6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GRF (ya resuelto)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AMTI BP400600 (en el laboratorio)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6 ejes F/M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resuelto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Pylon — fuerza axial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Celda propia escalada · o FUTEK LCM300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2240–4480 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US$ 30–700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Traslación — distancia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TF-Luna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0.2–8 m, 100 Hz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US$ 25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Rotación — ángulo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AS5600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0.088° (12 bit)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US$ 3–8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4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438912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patrón de pernos / dimensiones exactas de la placa superior del pylon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celda propia vs. FUTEK LCM300 según presupuesto de laboratorio restante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disponibilidad y envío a Perú (Mouser, DigiKey, AliExpress) de TF-Luna y AS5600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Secc. 4.1 y 4.2 de la revisión bibliográfica con esta comparativa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926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consultadas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axial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FUTEK — LCM300 threaded in-line load cell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FUTEK — Thru-hole / donut load cells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 Techniques — through-hole/donut load cells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Connectivity — XFTC301 compact threaded load cell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SM S-type load cell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ATO.com — catálogo y precios de celdas de carga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Al-Dahiree et al. 2022, Sensors 22(19):7508 (ref. [16] del repo)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182880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Benewake / DFRobot — TF-Luna LiDAR module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— VL53L1X ToF distance sensor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Pololu — VL53L0X ToF distance sensor carrier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Baumer — OM70 high-performance laser sensors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STMicroelectronics — VL53L1X product page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0" y="182880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OSRAM — AS5600 position sensor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QuartzComponents — AS5600 magnetic encoder module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Omron — E6B2-C incremental encoder specification</a:t>
            </a:r>
            <a:endParaRPr lang="en-US" sz="10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Newark / RS Online — precios de distribuidor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completa con specs, dimensiones y enlaces en Comparativa-Sensores-Fuerza-Axial-Pylon.md (carpeta LIBRA)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2026-08-19T05:06:24Z</dcterms:created>
  <dcterms:modified xsi:type="dcterms:W3CDTF">2026-08-19T05:06:24Z</dcterms:modified>
</cp:coreProperties>
</file>